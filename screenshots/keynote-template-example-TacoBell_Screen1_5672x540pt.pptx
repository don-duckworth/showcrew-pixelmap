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2034400" cy="6858000"/>
  <p:notesSz cx="6858000" cy="72034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ShowCrew PixelMap — TacoBell example (Don's segment sizes) — Screen 1 11344×1080 px — Keynote
Keynote slide size (Document &gt; Slide Size &gt; Custom Slide Size): 5672 × 540 pt  (1/2 exact; scale 1/2; 1 pt = 2 screen px)
Options: 1/2 exact 5672×540 | 1/4 exact 2836×270 | Largest (8192 side) 8192×780 (rounded)
Limits: max 8192 × 8192, min 200 pt (community-reported; Apple publishes none)
Full screen on 11344×1080: No black bars — the slide fills the output exactly; slide renders 11344 × 1080 px
Movie export: File &gt; Export To &gt; Movie &gt; Resolution &gt; Custom 11344 × 1080. Images export at the slide size (5672×540).
Segment fit warnings:
  ! Segments total 11340 px wide; screen is 11344 px — 4 px short (4 px unused on the right).
  ! 4 × 1080 px unused on the right (x 11340–11344, y 0–1080).
Arrange inspector (pt) — X, Y, W, H | px X, Y, W, H
  Left: 0, 0, 1755, 540 | 0, 0, 3510, 1080
  Center: 1755, 0, 2160, 540 | 3510, 0, 4320, 1080
  Right: 3915, 0, 1755, 540 | 7830, 0, 3510, 1080
  PiP · PiP center: 2355, 0, 960, 540 | 4710, 0, 1920, 1080
Current Keynote slide 1920 × 1080 pt: aspect 1.778:1 vs screen 10.504:1 (-83.07%)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used 4x1080 px"/>
          <p:cNvSpPr/>
          <p:nvPr/>
        </p:nvSpPr>
        <p:spPr>
          <a:xfrm>
            <a:off x="72009000" y="0"/>
            <a:ext cx="25400" cy="6858000"/>
          </a:xfrm>
          <a:prstGeom prst="rect">
            <a:avLst/>
          </a:prstGeom>
          <a:solidFill>
            <a:srgbClr val="FFB020">
              <a:alpha val="45000"/>
            </a:srgbClr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3" name="Segment Left"/>
          <p:cNvSpPr/>
          <p:nvPr/>
        </p:nvSpPr>
        <p:spPr>
          <a:xfrm>
            <a:off x="0" y="0"/>
            <a:ext cx="22288500" cy="6858000"/>
          </a:xfrm>
          <a:prstGeom prst="rect">
            <a:avLst/>
          </a:prstGeom>
          <a:solidFill>
            <a:srgbClr val="FFB020">
              <a:alpha val="12000"/>
            </a:srgbClr>
          </a:solidFill>
          <a:ln w="34290">
            <a:solidFill>
              <a:srgbClr val="FFB0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</a:t>
            </a:r>
            <a:endParaRPr lang="en-US" sz="4800" dirty="0"/>
          </a:p>
          <a:p>
            <a:pPr algn="ctr" indent="0" marL="0">
              <a:buNone/>
            </a:pPr>
            <a:r>
              <a:rPr lang="en-US" sz="33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3510×1080 px @ 0, 0</a:t>
            </a:r>
            <a:endParaRPr lang="en-US" sz="4800" dirty="0"/>
          </a:p>
          <a:p>
            <a:pPr algn="ctr" indent="0" marL="0">
              <a:buNone/>
            </a:pPr>
            <a:r>
              <a:rPr lang="en-US" sz="2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0 Y 0 · 1755 × 540 pt</a:t>
            </a:r>
            <a:endParaRPr lang="en-US" sz="4800" dirty="0"/>
          </a:p>
        </p:txBody>
      </p:sp>
      <p:sp>
        <p:nvSpPr>
          <p:cNvPr id="4" name="Segment Center"/>
          <p:cNvSpPr/>
          <p:nvPr/>
        </p:nvSpPr>
        <p:spPr>
          <a:xfrm>
            <a:off x="22288500" y="0"/>
            <a:ext cx="27432000" cy="6858000"/>
          </a:xfrm>
          <a:prstGeom prst="rect">
            <a:avLst/>
          </a:prstGeom>
          <a:solidFill>
            <a:srgbClr val="FFB020">
              <a:alpha val="12000"/>
            </a:srgbClr>
          </a:solidFill>
          <a:ln w="34290">
            <a:solidFill>
              <a:srgbClr val="FFB0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</a:t>
            </a:r>
            <a:endParaRPr lang="en-US" sz="4800" dirty="0"/>
          </a:p>
          <a:p>
            <a:pPr algn="ctr" indent="0" marL="0">
              <a:buNone/>
            </a:pPr>
            <a:r>
              <a:rPr lang="en-US" sz="33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4320×1080 px @ 3510, 0</a:t>
            </a:r>
            <a:endParaRPr lang="en-US" sz="4800" dirty="0"/>
          </a:p>
          <a:p>
            <a:pPr algn="ctr" indent="0" marL="0">
              <a:buNone/>
            </a:pPr>
            <a:r>
              <a:rPr lang="en-US" sz="2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1755 Y 0 · 2160 × 540 pt</a:t>
            </a:r>
            <a:endParaRPr lang="en-US" sz="4800" dirty="0"/>
          </a:p>
        </p:txBody>
      </p:sp>
      <p:sp>
        <p:nvSpPr>
          <p:cNvPr id="5" name="Segment Right"/>
          <p:cNvSpPr/>
          <p:nvPr/>
        </p:nvSpPr>
        <p:spPr>
          <a:xfrm>
            <a:off x="49720500" y="0"/>
            <a:ext cx="22288500" cy="6858000"/>
          </a:xfrm>
          <a:prstGeom prst="rect">
            <a:avLst/>
          </a:prstGeom>
          <a:solidFill>
            <a:srgbClr val="FFB020">
              <a:alpha val="12000"/>
            </a:srgbClr>
          </a:solidFill>
          <a:ln w="34290">
            <a:solidFill>
              <a:srgbClr val="FFB0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</a:t>
            </a:r>
            <a:endParaRPr lang="en-US" sz="4800" dirty="0"/>
          </a:p>
          <a:p>
            <a:pPr algn="ctr" indent="0" marL="0">
              <a:buNone/>
            </a:pPr>
            <a:r>
              <a:rPr lang="en-US" sz="33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3510×1080 px @ 7830, 0</a:t>
            </a:r>
            <a:endParaRPr lang="en-US" sz="4800" dirty="0"/>
          </a:p>
          <a:p>
            <a:pPr algn="ctr" indent="0" marL="0">
              <a:buNone/>
            </a:pPr>
            <a:r>
              <a:rPr lang="en-US" sz="2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3915 Y 0 · 1755 × 540 pt</a:t>
            </a:r>
            <a:endParaRPr lang="en-US" sz="4800" dirty="0"/>
          </a:p>
        </p:txBody>
      </p:sp>
      <p:sp>
        <p:nvSpPr>
          <p:cNvPr id="6" name="PiP PiP · PiP center"/>
          <p:cNvSpPr/>
          <p:nvPr/>
        </p:nvSpPr>
        <p:spPr>
          <a:xfrm>
            <a:off x="29908500" y="0"/>
            <a:ext cx="12192000" cy="6858000"/>
          </a:xfrm>
          <a:prstGeom prst="rect">
            <a:avLst/>
          </a:prstGeom>
          <a:solidFill>
            <a:srgbClr val="FF3DF2">
              <a:alpha val="20000"/>
            </a:srgbClr>
          </a:solidFill>
          <a:ln w="34290">
            <a:solidFill>
              <a:srgbClr val="FF3D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· PiP center</a:t>
            </a:r>
            <a:endParaRPr lang="en-US" sz="4800" dirty="0"/>
          </a:p>
          <a:p>
            <a:pPr algn="ctr" indent="0" marL="0">
              <a:buNone/>
            </a:pPr>
            <a:r>
              <a:rPr lang="en-US" sz="33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1920×1080 px @ 4710, 0</a:t>
            </a:r>
            <a:endParaRPr lang="en-US" sz="4800" dirty="0"/>
          </a:p>
          <a:p>
            <a:pPr algn="ctr" indent="0" marL="0">
              <a:buNone/>
            </a:pPr>
            <a:r>
              <a:rPr lang="en-US" sz="28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2355 Y 0 · 960 × 540 pt</a:t>
            </a:r>
            <a:endParaRPr lang="en-US" sz="4800" dirty="0"/>
          </a:p>
        </p:txBody>
      </p:sp>
      <p:sp>
        <p:nvSpPr>
          <p:cNvPr id="7" name="PixelMap note"/>
          <p:cNvSpPr/>
          <p:nvPr/>
        </p:nvSpPr>
        <p:spPr>
          <a:xfrm>
            <a:off x="0" y="0"/>
            <a:ext cx="72034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D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 11344×1080 · Keynote slide 5672 × 540 pt (1/2) · ShowCrew PixelMap guide — delete before show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ShowCrew Tools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TacoBell example (Don's segment sizes) — Screen 1 11344x1080</dc:title>
  <dc:subject>PptxGenJS Presentation</dc:subject>
  <dc:creator>ShowCrew PixelMap</dc:creator>
  <cp:lastModifiedBy>ShowCrew PixelMap</cp:lastModifiedBy>
  <cp:revision>1</cp:revision>
  <dcterms:created xsi:type="dcterms:W3CDTF">2026-10-12T17:21:26Z</dcterms:created>
  <dcterms:modified xsi:type="dcterms:W3CDTF">2026-10-12T17:21:26Z</dcterms:modified>
</cp:coreProperties>
</file>