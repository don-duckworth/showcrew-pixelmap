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6017200" cy="3429000"/>
  <p:notesSz cx="3429000" cy="36017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ShowCrew PixelMap — TacoBell example (Don's segment sizes) — Screen 1 11344×1080 px
PowerPoint slide size (Design &gt; Slide Size &gt; Custom): 39.389 in × 3.75 in  (100.048 × 9.525 cm, 2836 × 270 pt)
  1/3 scale — exact export; scale 0.333 of 1:1 at 96 px/in; 1 slide inch = 288 screen px
  Export to 11344×1080: Mac File &gt; Export &gt; PNG width 11344; Windows ExportBitmapResolution = 288
Keynote slide size: 5672 × 540 pt (1/2 scale; Keynote max ≈ 8192)
Segment fit warnings:
  ! Segments total 11340 px wide; screen is 11344 px — 4 px short (4 px unused on the right).
  ! 4 × 1080 px unused on the right (x 11340–11344, y 0–1080).
Positions (in) — Left, Top, Width, Height | px X, Y, W, H | Keynote pt X, Y, W, H
  Left: 0, 0, 12.188, 3.75 | 0, 0, 3510, 1080 | 0, 0, 1755, 540
  Center: 12.188, 0, 15, 3.75 | 3510, 0, 4320, 1080 | 1755, 0, 2160, 540
  Right: 27.188, 0, 12.188, 3.75 | 7830, 0, 3510, 1080 | 3915, 0, 1755, 540
Current slide 55.561 × 5.28 in: aspect 10.523:1 vs screen 10.504:1 (0.18%); fitted by width → 11344×1078.0 px; keep width → height 5.29 in
  Left on current slide (in): 0, -0.005, 17.191, 5.29
  Center on current slide (in): 17.191, -0.005, 21.159, 5.29
  Right on current slide (in): 38.35, -0.005, 17.191, 5.29
Sources: support.microsoft.com "Change the size of your PowerPoint slides" (1–56 in); learn.microsoft.com "export high-resolution slides" (96 dpi default, ExportBitmapResolution).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used 4x1080 px"/>
          <p:cNvSpPr/>
          <p:nvPr/>
        </p:nvSpPr>
        <p:spPr>
          <a:xfrm>
            <a:off x="36004500" y="0"/>
            <a:ext cx="12700" cy="3429000"/>
          </a:xfrm>
          <a:prstGeom prst="rect">
            <a:avLst/>
          </a:prstGeom>
          <a:solidFill>
            <a:srgbClr val="FFB020">
              <a:alpha val="45000"/>
            </a:srgbClr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3" name="Segment Left"/>
          <p:cNvSpPr/>
          <p:nvPr/>
        </p:nvSpPr>
        <p:spPr>
          <a:xfrm>
            <a:off x="0" y="0"/>
            <a:ext cx="11144250" cy="3429000"/>
          </a:xfrm>
          <a:prstGeom prst="rect">
            <a:avLst/>
          </a:prstGeom>
          <a:solidFill>
            <a:srgbClr val="FFB020">
              <a:alpha val="12000"/>
            </a:srgbClr>
          </a:solidFill>
          <a:ln w="1714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</a:t>
            </a:r>
            <a:endParaRPr lang="en-US" sz="3510" dirty="0"/>
          </a:p>
          <a:p>
            <a:pPr algn="ctr" indent="0" marL="0">
              <a:buNone/>
            </a:pPr>
            <a:r>
              <a:rPr lang="en-US" sz="245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3510×1080 px @ 0, 0</a:t>
            </a:r>
            <a:endParaRPr lang="en-US" sz="3510" dirty="0"/>
          </a:p>
          <a:p>
            <a:pPr algn="ctr" indent="0" marL="0">
              <a:buNone/>
            </a:pPr>
            <a:r>
              <a:rPr lang="en-US" sz="210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0", 0" · 12.188" × 3.75"</a:t>
            </a:r>
            <a:endParaRPr lang="en-US" sz="3510" dirty="0"/>
          </a:p>
        </p:txBody>
      </p:sp>
      <p:sp>
        <p:nvSpPr>
          <p:cNvPr id="4" name="Segment Center"/>
          <p:cNvSpPr/>
          <p:nvPr/>
        </p:nvSpPr>
        <p:spPr>
          <a:xfrm>
            <a:off x="11144250" y="0"/>
            <a:ext cx="13716000" cy="3429000"/>
          </a:xfrm>
          <a:prstGeom prst="rect">
            <a:avLst/>
          </a:prstGeom>
          <a:solidFill>
            <a:srgbClr val="FFB020">
              <a:alpha val="12000"/>
            </a:srgbClr>
          </a:solidFill>
          <a:ln w="1714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</a:t>
            </a:r>
            <a:endParaRPr lang="en-US" sz="3510" dirty="0"/>
          </a:p>
          <a:p>
            <a:pPr algn="ctr" indent="0" marL="0">
              <a:buNone/>
            </a:pPr>
            <a:r>
              <a:rPr lang="en-US" sz="245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4320×1080 px @ 3510, 0</a:t>
            </a:r>
            <a:endParaRPr lang="en-US" sz="3510" dirty="0"/>
          </a:p>
          <a:p>
            <a:pPr algn="ctr" indent="0" marL="0">
              <a:buNone/>
            </a:pPr>
            <a:r>
              <a:rPr lang="en-US" sz="210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12.188", 0" · 15" × 3.75"</a:t>
            </a:r>
            <a:endParaRPr lang="en-US" sz="3510" dirty="0"/>
          </a:p>
        </p:txBody>
      </p:sp>
      <p:sp>
        <p:nvSpPr>
          <p:cNvPr id="5" name="Segment Right"/>
          <p:cNvSpPr/>
          <p:nvPr/>
        </p:nvSpPr>
        <p:spPr>
          <a:xfrm>
            <a:off x="24860250" y="0"/>
            <a:ext cx="11144250" cy="3429000"/>
          </a:xfrm>
          <a:prstGeom prst="rect">
            <a:avLst/>
          </a:prstGeom>
          <a:solidFill>
            <a:srgbClr val="FFB020">
              <a:alpha val="12000"/>
            </a:srgbClr>
          </a:solidFill>
          <a:ln w="1714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endParaRPr lang="en-US" sz="3510" dirty="0"/>
          </a:p>
          <a:p>
            <a:pPr algn="ctr" indent="0" marL="0">
              <a:buNone/>
            </a:pPr>
            <a:r>
              <a:rPr lang="en-US" sz="245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3510×1080 px @ 7830, 0</a:t>
            </a:r>
            <a:endParaRPr lang="en-US" sz="3510" dirty="0"/>
          </a:p>
          <a:p>
            <a:pPr algn="ctr" indent="0" marL="0">
              <a:buNone/>
            </a:pPr>
            <a:r>
              <a:rPr lang="en-US" sz="210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27.188", 0" · 12.188" × 3.75"</a:t>
            </a:r>
            <a:endParaRPr lang="en-US" sz="3510" dirty="0"/>
          </a:p>
        </p:txBody>
      </p:sp>
      <p:sp>
        <p:nvSpPr>
          <p:cNvPr id="6" name="PixelMap note"/>
          <p:cNvSpPr/>
          <p:nvPr/>
        </p:nvSpPr>
        <p:spPr>
          <a:xfrm>
            <a:off x="0" y="0"/>
            <a:ext cx="36017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45" dirty="0">
                <a:solidFill>
                  <a:srgbClr val="7F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11344×1080 · slide 39.389 × 3.75 in · 1 in = 288 px · ShowCrew PixelMap guide — delete before show</a:t>
            </a:r>
            <a:endParaRPr lang="en-US" sz="94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ShowCrew Tools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TacoBell example (Don's segment sizes) — Screen 1 11344x1080</dc:title>
  <dc:subject>PptxGenJS Presentation</dc:subject>
  <dc:creator>ShowCrew PixelMap</dc:creator>
  <cp:lastModifiedBy>ShowCrew PixelMap</cp:lastModifiedBy>
  <cp:revision>1</cp:revision>
  <dcterms:created xsi:type="dcterms:W3CDTF">2026-10-12T00:15:28Z</dcterms:created>
  <dcterms:modified xsi:type="dcterms:W3CDTF">2026-10-12T00:15:28Z</dcterms:modified>
</cp:coreProperties>
</file>